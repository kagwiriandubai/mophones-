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6" r:id="rId6"/>
    <p:sldId id="264" r:id="rId7"/>
    <p:sldId id="260" r:id="rId8"/>
    <p:sldId id="262"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on Ndubai" userId="593149bec02ea421" providerId="LiveId" clId="{AA22C77A-7608-47A5-8C22-D0494BFE9116}"/>
    <pc:docChg chg="undo custSel addSld delSld modSld sldOrd">
      <pc:chgData name="Sharon Ndubai" userId="593149bec02ea421" providerId="LiveId" clId="{AA22C77A-7608-47A5-8C22-D0494BFE9116}" dt="2025-07-03T04:10:56.673" v="2879" actId="478"/>
      <pc:docMkLst>
        <pc:docMk/>
      </pc:docMkLst>
      <pc:sldChg chg="addSp delSp modSp mod">
        <pc:chgData name="Sharon Ndubai" userId="593149bec02ea421" providerId="LiveId" clId="{AA22C77A-7608-47A5-8C22-D0494BFE9116}" dt="2025-07-02T13:05:37.493" v="655"/>
        <pc:sldMkLst>
          <pc:docMk/>
          <pc:sldMk cId="4213314630" sldId="256"/>
        </pc:sldMkLst>
        <pc:spChg chg="mod">
          <ac:chgData name="Sharon Ndubai" userId="593149bec02ea421" providerId="LiveId" clId="{AA22C77A-7608-47A5-8C22-D0494BFE9116}" dt="2025-07-02T13:05:37.493" v="655"/>
          <ac:spMkLst>
            <pc:docMk/>
            <pc:sldMk cId="4213314630" sldId="256"/>
            <ac:spMk id="2" creationId="{4CC928CD-F564-4094-5225-8941D0A74B18}"/>
          </ac:spMkLst>
        </pc:spChg>
        <pc:spChg chg="add mod">
          <ac:chgData name="Sharon Ndubai" userId="593149bec02ea421" providerId="LiveId" clId="{AA22C77A-7608-47A5-8C22-D0494BFE9116}" dt="2025-07-02T09:10:11.764" v="195" actId="20577"/>
          <ac:spMkLst>
            <pc:docMk/>
            <pc:sldMk cId="4213314630" sldId="256"/>
            <ac:spMk id="4" creationId="{06352DC0-3917-1DF0-74D4-E872224A7963}"/>
          </ac:spMkLst>
        </pc:spChg>
        <pc:spChg chg="add mod">
          <ac:chgData name="Sharon Ndubai" userId="593149bec02ea421" providerId="LiveId" clId="{AA22C77A-7608-47A5-8C22-D0494BFE9116}" dt="2025-07-02T13:05:07.303" v="654" actId="255"/>
          <ac:spMkLst>
            <pc:docMk/>
            <pc:sldMk cId="4213314630" sldId="256"/>
            <ac:spMk id="5" creationId="{0207E353-3C05-C5D1-2E81-E42FE7A992C6}"/>
          </ac:spMkLst>
        </pc:spChg>
      </pc:sldChg>
      <pc:sldChg chg="modSp new mod ord">
        <pc:chgData name="Sharon Ndubai" userId="593149bec02ea421" providerId="LiveId" clId="{AA22C77A-7608-47A5-8C22-D0494BFE9116}" dt="2025-07-02T16:47:58.836" v="1941"/>
        <pc:sldMkLst>
          <pc:docMk/>
          <pc:sldMk cId="4233950412" sldId="257"/>
        </pc:sldMkLst>
        <pc:spChg chg="mod">
          <ac:chgData name="Sharon Ndubai" userId="593149bec02ea421" providerId="LiveId" clId="{AA22C77A-7608-47A5-8C22-D0494BFE9116}" dt="2025-07-02T13:02:16.690" v="650"/>
          <ac:spMkLst>
            <pc:docMk/>
            <pc:sldMk cId="4233950412" sldId="257"/>
            <ac:spMk id="2" creationId="{2D137F64-0421-3F68-EF73-30E000A49760}"/>
          </ac:spMkLst>
        </pc:spChg>
        <pc:spChg chg="mod">
          <ac:chgData name="Sharon Ndubai" userId="593149bec02ea421" providerId="LiveId" clId="{AA22C77A-7608-47A5-8C22-D0494BFE9116}" dt="2025-07-02T13:10:38.052" v="1078" actId="20577"/>
          <ac:spMkLst>
            <pc:docMk/>
            <pc:sldMk cId="4233950412" sldId="257"/>
            <ac:spMk id="3" creationId="{7D0CC242-90A0-FCE6-0E76-412F9EDAB2A2}"/>
          </ac:spMkLst>
        </pc:spChg>
      </pc:sldChg>
      <pc:sldChg chg="addSp delSp modSp new del">
        <pc:chgData name="Sharon Ndubai" userId="593149bec02ea421" providerId="LiveId" clId="{AA22C77A-7608-47A5-8C22-D0494BFE9116}" dt="2025-07-02T09:14:08.522" v="248" actId="2696"/>
        <pc:sldMkLst>
          <pc:docMk/>
          <pc:sldMk cId="4241382145" sldId="257"/>
        </pc:sldMkLst>
      </pc:sldChg>
      <pc:sldChg chg="addSp delSp modSp new mod">
        <pc:chgData name="Sharon Ndubai" userId="593149bec02ea421" providerId="LiveId" clId="{AA22C77A-7608-47A5-8C22-D0494BFE9116}" dt="2025-07-02T21:34:46.026" v="2829" actId="255"/>
        <pc:sldMkLst>
          <pc:docMk/>
          <pc:sldMk cId="371004459" sldId="258"/>
        </pc:sldMkLst>
        <pc:spChg chg="mod">
          <ac:chgData name="Sharon Ndubai" userId="593149bec02ea421" providerId="LiveId" clId="{AA22C77A-7608-47A5-8C22-D0494BFE9116}" dt="2025-07-02T13:11:52.182" v="1121" actId="20577"/>
          <ac:spMkLst>
            <pc:docMk/>
            <pc:sldMk cId="371004459" sldId="258"/>
            <ac:spMk id="2" creationId="{657C1519-55AA-A327-AA41-726AF5F88091}"/>
          </ac:spMkLst>
        </pc:spChg>
        <pc:spChg chg="add">
          <ac:chgData name="Sharon Ndubai" userId="593149bec02ea421" providerId="LiveId" clId="{AA22C77A-7608-47A5-8C22-D0494BFE9116}" dt="2025-07-02T13:18:54.748" v="1263"/>
          <ac:spMkLst>
            <pc:docMk/>
            <pc:sldMk cId="371004459" sldId="258"/>
            <ac:spMk id="3" creationId="{E84D31E3-EB64-828B-2B36-0F10ABB16C78}"/>
          </ac:spMkLst>
        </pc:spChg>
        <pc:spChg chg="del">
          <ac:chgData name="Sharon Ndubai" userId="593149bec02ea421" providerId="LiveId" clId="{AA22C77A-7608-47A5-8C22-D0494BFE9116}" dt="2025-07-02T09:17:12.336" v="262"/>
          <ac:spMkLst>
            <pc:docMk/>
            <pc:sldMk cId="371004459" sldId="258"/>
            <ac:spMk id="3" creationId="{EB36787D-61A5-8362-8162-7C5F5B0E7529}"/>
          </ac:spMkLst>
        </pc:spChg>
        <pc:spChg chg="add mod">
          <ac:chgData name="Sharon Ndubai" userId="593149bec02ea421" providerId="LiveId" clId="{AA22C77A-7608-47A5-8C22-D0494BFE9116}" dt="2025-07-02T21:34:46.026" v="2829" actId="255"/>
          <ac:spMkLst>
            <pc:docMk/>
            <pc:sldMk cId="371004459" sldId="258"/>
            <ac:spMk id="4" creationId="{E471266D-B1D3-BD2F-AB91-5AAB43136199}"/>
          </ac:spMkLst>
        </pc:spChg>
        <pc:spChg chg="add del mod">
          <ac:chgData name="Sharon Ndubai" userId="593149bec02ea421" providerId="LiveId" clId="{AA22C77A-7608-47A5-8C22-D0494BFE9116}" dt="2025-07-02T13:27:25.016" v="1311"/>
          <ac:spMkLst>
            <pc:docMk/>
            <pc:sldMk cId="371004459" sldId="258"/>
            <ac:spMk id="5" creationId="{22DE193F-F431-5E40-440D-FD650547FC6F}"/>
          </ac:spMkLst>
        </pc:spChg>
        <pc:spChg chg="add del mod">
          <ac:chgData name="Sharon Ndubai" userId="593149bec02ea421" providerId="LiveId" clId="{AA22C77A-7608-47A5-8C22-D0494BFE9116}" dt="2025-07-02T13:27:25.019" v="1313"/>
          <ac:spMkLst>
            <pc:docMk/>
            <pc:sldMk cId="371004459" sldId="258"/>
            <ac:spMk id="6" creationId="{D8CE4C52-AFC8-FDA1-7C00-2E6113907F6A}"/>
          </ac:spMkLst>
        </pc:spChg>
        <pc:spChg chg="add del mod">
          <ac:chgData name="Sharon Ndubai" userId="593149bec02ea421" providerId="LiveId" clId="{AA22C77A-7608-47A5-8C22-D0494BFE9116}" dt="2025-07-02T13:27:25.020" v="1315"/>
          <ac:spMkLst>
            <pc:docMk/>
            <pc:sldMk cId="371004459" sldId="258"/>
            <ac:spMk id="7" creationId="{C726C082-F0A3-D96A-960C-36230BCB29DD}"/>
          </ac:spMkLst>
        </pc:spChg>
        <pc:spChg chg="add del mod">
          <ac:chgData name="Sharon Ndubai" userId="593149bec02ea421" providerId="LiveId" clId="{AA22C77A-7608-47A5-8C22-D0494BFE9116}" dt="2025-07-02T13:27:25.022" v="1317"/>
          <ac:spMkLst>
            <pc:docMk/>
            <pc:sldMk cId="371004459" sldId="258"/>
            <ac:spMk id="8" creationId="{B338EF5E-2D96-9029-3360-FEB27CAE4FF8}"/>
          </ac:spMkLst>
        </pc:spChg>
        <pc:spChg chg="add del mod">
          <ac:chgData name="Sharon Ndubai" userId="593149bec02ea421" providerId="LiveId" clId="{AA22C77A-7608-47A5-8C22-D0494BFE9116}" dt="2025-07-02T13:27:25.024" v="1319"/>
          <ac:spMkLst>
            <pc:docMk/>
            <pc:sldMk cId="371004459" sldId="258"/>
            <ac:spMk id="9" creationId="{237A40B7-5290-F285-78F5-AC42CCC233AF}"/>
          </ac:spMkLst>
        </pc:spChg>
        <pc:spChg chg="add del mod">
          <ac:chgData name="Sharon Ndubai" userId="593149bec02ea421" providerId="LiveId" clId="{AA22C77A-7608-47A5-8C22-D0494BFE9116}" dt="2025-07-02T13:27:25.026" v="1321"/>
          <ac:spMkLst>
            <pc:docMk/>
            <pc:sldMk cId="371004459" sldId="258"/>
            <ac:spMk id="10" creationId="{42AE4D81-A40B-4D3B-CA35-5DAA45F131BB}"/>
          </ac:spMkLst>
        </pc:spChg>
        <pc:spChg chg="add del mod">
          <ac:chgData name="Sharon Ndubai" userId="593149bec02ea421" providerId="LiveId" clId="{AA22C77A-7608-47A5-8C22-D0494BFE9116}" dt="2025-07-02T13:27:25.027" v="1323"/>
          <ac:spMkLst>
            <pc:docMk/>
            <pc:sldMk cId="371004459" sldId="258"/>
            <ac:spMk id="11" creationId="{70BCBC5D-F6A4-1306-FF1C-20DDBF020E6D}"/>
          </ac:spMkLst>
        </pc:spChg>
      </pc:sldChg>
      <pc:sldChg chg="addSp modSp new del mod modClrScheme chgLayout">
        <pc:chgData name="Sharon Ndubai" userId="593149bec02ea421" providerId="LiveId" clId="{AA22C77A-7608-47A5-8C22-D0494BFE9116}" dt="2025-07-02T09:14:01.103" v="247" actId="2696"/>
        <pc:sldMkLst>
          <pc:docMk/>
          <pc:sldMk cId="556066209" sldId="258"/>
        </pc:sldMkLst>
        <pc:spChg chg="add mod">
          <ac:chgData name="Sharon Ndubai" userId="593149bec02ea421" providerId="LiveId" clId="{AA22C77A-7608-47A5-8C22-D0494BFE9116}" dt="2025-07-02T09:12:28.236" v="206" actId="14100"/>
          <ac:spMkLst>
            <pc:docMk/>
            <pc:sldMk cId="556066209" sldId="258"/>
            <ac:spMk id="3" creationId="{5AABE320-3CEA-587F-5D82-BA02C01F775B}"/>
          </ac:spMkLst>
        </pc:spChg>
        <pc:spChg chg="add mod ord">
          <ac:chgData name="Sharon Ndubai" userId="593149bec02ea421" providerId="LiveId" clId="{AA22C77A-7608-47A5-8C22-D0494BFE9116}" dt="2025-07-02T09:13:31.777" v="246" actId="20577"/>
          <ac:spMkLst>
            <pc:docMk/>
            <pc:sldMk cId="556066209" sldId="258"/>
            <ac:spMk id="4" creationId="{0310BF02-69CC-8F86-1CBE-E9288527A751}"/>
          </ac:spMkLst>
        </pc:spChg>
        <pc:spChg chg="add mod ord">
          <ac:chgData name="Sharon Ndubai" userId="593149bec02ea421" providerId="LiveId" clId="{AA22C77A-7608-47A5-8C22-D0494BFE9116}" dt="2025-07-02T09:12:53.364" v="207" actId="700"/>
          <ac:spMkLst>
            <pc:docMk/>
            <pc:sldMk cId="556066209" sldId="258"/>
            <ac:spMk id="5" creationId="{2B3ED442-9E02-BCE8-5B61-CEBC6635A0CC}"/>
          </ac:spMkLst>
        </pc:spChg>
      </pc:sldChg>
      <pc:sldChg chg="addSp delSp modSp new mod">
        <pc:chgData name="Sharon Ndubai" userId="593149bec02ea421" providerId="LiveId" clId="{AA22C77A-7608-47A5-8C22-D0494BFE9116}" dt="2025-07-02T21:10:08.802" v="2573" actId="20577"/>
        <pc:sldMkLst>
          <pc:docMk/>
          <pc:sldMk cId="1220092528" sldId="259"/>
        </pc:sldMkLst>
        <pc:spChg chg="mod">
          <ac:chgData name="Sharon Ndubai" userId="593149bec02ea421" providerId="LiveId" clId="{AA22C77A-7608-47A5-8C22-D0494BFE9116}" dt="2025-07-02T13:33:11.292" v="1801" actId="20577"/>
          <ac:spMkLst>
            <pc:docMk/>
            <pc:sldMk cId="1220092528" sldId="259"/>
            <ac:spMk id="2" creationId="{EC155C59-F6F9-5DC1-E115-06935403910A}"/>
          </ac:spMkLst>
        </pc:spChg>
        <pc:spChg chg="del">
          <ac:chgData name="Sharon Ndubai" userId="593149bec02ea421" providerId="LiveId" clId="{AA22C77A-7608-47A5-8C22-D0494BFE9116}" dt="2025-07-02T09:18:08.923" v="266"/>
          <ac:spMkLst>
            <pc:docMk/>
            <pc:sldMk cId="1220092528" sldId="259"/>
            <ac:spMk id="3" creationId="{79FE6479-87E8-3DE1-41A3-C578FE975300}"/>
          </ac:spMkLst>
        </pc:spChg>
        <pc:spChg chg="add mod">
          <ac:chgData name="Sharon Ndubai" userId="593149bec02ea421" providerId="LiveId" clId="{AA22C77A-7608-47A5-8C22-D0494BFE9116}" dt="2025-07-02T21:10:08.802" v="2573" actId="20577"/>
          <ac:spMkLst>
            <pc:docMk/>
            <pc:sldMk cId="1220092528" sldId="259"/>
            <ac:spMk id="4" creationId="{72DF6BC0-A2C9-137A-C710-74F05B453BAC}"/>
          </ac:spMkLst>
        </pc:spChg>
      </pc:sldChg>
      <pc:sldChg chg="addSp delSp modSp new mod modClrScheme chgLayout">
        <pc:chgData name="Sharon Ndubai" userId="593149bec02ea421" providerId="LiveId" clId="{AA22C77A-7608-47A5-8C22-D0494BFE9116}" dt="2025-07-02T20:59:44.447" v="2279" actId="14100"/>
        <pc:sldMkLst>
          <pc:docMk/>
          <pc:sldMk cId="1755891615" sldId="260"/>
        </pc:sldMkLst>
        <pc:spChg chg="mod ord">
          <ac:chgData name="Sharon Ndubai" userId="593149bec02ea421" providerId="LiveId" clId="{AA22C77A-7608-47A5-8C22-D0494BFE9116}" dt="2025-07-02T20:58:20.373" v="1981" actId="20577"/>
          <ac:spMkLst>
            <pc:docMk/>
            <pc:sldMk cId="1755891615" sldId="260"/>
            <ac:spMk id="2" creationId="{69376209-5F3E-C459-34ED-CCF6D648AF60}"/>
          </ac:spMkLst>
        </pc:spChg>
        <pc:spChg chg="add del mod">
          <ac:chgData name="Sharon Ndubai" userId="593149bec02ea421" providerId="LiveId" clId="{AA22C77A-7608-47A5-8C22-D0494BFE9116}" dt="2025-07-02T20:45:23.297" v="1971" actId="6264"/>
          <ac:spMkLst>
            <pc:docMk/>
            <pc:sldMk cId="1755891615" sldId="260"/>
            <ac:spMk id="3" creationId="{5D87F927-0F75-7B5A-E007-E11FBCC22B7E}"/>
          </ac:spMkLst>
        </pc:spChg>
        <pc:spChg chg="del">
          <ac:chgData name="Sharon Ndubai" userId="593149bec02ea421" providerId="LiveId" clId="{AA22C77A-7608-47A5-8C22-D0494BFE9116}" dt="2025-07-02T09:18:54.918" v="271"/>
          <ac:spMkLst>
            <pc:docMk/>
            <pc:sldMk cId="1755891615" sldId="260"/>
            <ac:spMk id="3" creationId="{F592B230-169B-E39D-8243-78083E3B3A3B}"/>
          </ac:spMkLst>
        </pc:spChg>
        <pc:spChg chg="add del mod ord">
          <ac:chgData name="Sharon Ndubai" userId="593149bec02ea421" providerId="LiveId" clId="{AA22C77A-7608-47A5-8C22-D0494BFE9116}" dt="2025-07-02T20:59:18.807" v="2272" actId="931"/>
          <ac:spMkLst>
            <pc:docMk/>
            <pc:sldMk cId="1755891615" sldId="260"/>
            <ac:spMk id="4" creationId="{BCB62DAE-35A9-AA56-087C-42B218DF0AB1}"/>
          </ac:spMkLst>
        </pc:spChg>
        <pc:spChg chg="add del mod">
          <ac:chgData name="Sharon Ndubai" userId="593149bec02ea421" providerId="LiveId" clId="{AA22C77A-7608-47A5-8C22-D0494BFE9116}" dt="2025-07-02T20:45:23.297" v="1971" actId="6264"/>
          <ac:spMkLst>
            <pc:docMk/>
            <pc:sldMk cId="1755891615" sldId="260"/>
            <ac:spMk id="5" creationId="{D80C5FA3-065B-C5BF-69EA-5631479F05D3}"/>
          </ac:spMkLst>
        </pc:spChg>
        <pc:spChg chg="add mod ord">
          <ac:chgData name="Sharon Ndubai" userId="593149bec02ea421" providerId="LiveId" clId="{AA22C77A-7608-47A5-8C22-D0494BFE9116}" dt="2025-07-02T20:57:28.969" v="1974" actId="255"/>
          <ac:spMkLst>
            <pc:docMk/>
            <pc:sldMk cId="1755891615" sldId="260"/>
            <ac:spMk id="6" creationId="{742DF6CE-1FD5-27EB-E783-4E9BECBC6ED3}"/>
          </ac:spMkLst>
        </pc:spChg>
        <pc:picChg chg="add mod">
          <ac:chgData name="Sharon Ndubai" userId="593149bec02ea421" providerId="LiveId" clId="{AA22C77A-7608-47A5-8C22-D0494BFE9116}" dt="2025-07-02T20:59:44.447" v="2279" actId="14100"/>
          <ac:picMkLst>
            <pc:docMk/>
            <pc:sldMk cId="1755891615" sldId="260"/>
            <ac:picMk id="8" creationId="{C0479F9F-5999-4B15-7C3E-5208492188B1}"/>
          </ac:picMkLst>
        </pc:picChg>
      </pc:sldChg>
      <pc:sldChg chg="modSp new del mod">
        <pc:chgData name="Sharon Ndubai" userId="593149bec02ea421" providerId="LiveId" clId="{AA22C77A-7608-47A5-8C22-D0494BFE9116}" dt="2025-07-02T21:15:33.557" v="2574" actId="2696"/>
        <pc:sldMkLst>
          <pc:docMk/>
          <pc:sldMk cId="2723388380" sldId="261"/>
        </pc:sldMkLst>
        <pc:spChg chg="mod">
          <ac:chgData name="Sharon Ndubai" userId="593149bec02ea421" providerId="LiveId" clId="{AA22C77A-7608-47A5-8C22-D0494BFE9116}" dt="2025-07-02T13:02:16.690" v="650"/>
          <ac:spMkLst>
            <pc:docMk/>
            <pc:sldMk cId="2723388380" sldId="261"/>
            <ac:spMk id="2" creationId="{DBECCA84-6034-EC85-05D0-95846A81662B}"/>
          </ac:spMkLst>
        </pc:spChg>
        <pc:spChg chg="mod">
          <ac:chgData name="Sharon Ndubai" userId="593149bec02ea421" providerId="LiveId" clId="{AA22C77A-7608-47A5-8C22-D0494BFE9116}" dt="2025-07-02T13:45:26.258" v="1906" actId="5793"/>
          <ac:spMkLst>
            <pc:docMk/>
            <pc:sldMk cId="2723388380" sldId="261"/>
            <ac:spMk id="3" creationId="{20398B61-0ED3-0A29-51EE-E1028B1E0D7B}"/>
          </ac:spMkLst>
        </pc:spChg>
      </pc:sldChg>
      <pc:sldChg chg="addSp delSp modSp new mod">
        <pc:chgData name="Sharon Ndubai" userId="593149bec02ea421" providerId="LiveId" clId="{AA22C77A-7608-47A5-8C22-D0494BFE9116}" dt="2025-07-02T21:34:09.857" v="2827" actId="20577"/>
        <pc:sldMkLst>
          <pc:docMk/>
          <pc:sldMk cId="4214411024" sldId="262"/>
        </pc:sldMkLst>
        <pc:spChg chg="mod">
          <ac:chgData name="Sharon Ndubai" userId="593149bec02ea421" providerId="LiveId" clId="{AA22C77A-7608-47A5-8C22-D0494BFE9116}" dt="2025-07-02T21:27:05.732" v="2647" actId="1076"/>
          <ac:spMkLst>
            <pc:docMk/>
            <pc:sldMk cId="4214411024" sldId="262"/>
            <ac:spMk id="2" creationId="{B4F64487-FEDA-5C3F-6DFF-D9BF8B6E2F80}"/>
          </ac:spMkLst>
        </pc:spChg>
        <pc:spChg chg="mod">
          <ac:chgData name="Sharon Ndubai" userId="593149bec02ea421" providerId="LiveId" clId="{AA22C77A-7608-47A5-8C22-D0494BFE9116}" dt="2025-07-02T21:34:09.857" v="2827" actId="20577"/>
          <ac:spMkLst>
            <pc:docMk/>
            <pc:sldMk cId="4214411024" sldId="262"/>
            <ac:spMk id="3" creationId="{B63008DE-01AE-5D0D-F209-BA7FB4BAD9F6}"/>
          </ac:spMkLst>
        </pc:spChg>
        <pc:spChg chg="add">
          <ac:chgData name="Sharon Ndubai" userId="593149bec02ea421" providerId="LiveId" clId="{AA22C77A-7608-47A5-8C22-D0494BFE9116}" dt="2025-07-02T21:24:47.324" v="2627"/>
          <ac:spMkLst>
            <pc:docMk/>
            <pc:sldMk cId="4214411024" sldId="262"/>
            <ac:spMk id="4" creationId="{E3A20D38-F429-F6D2-3EBB-095881843EAF}"/>
          </ac:spMkLst>
        </pc:spChg>
        <pc:graphicFrameChg chg="add del mod modGraphic">
          <ac:chgData name="Sharon Ndubai" userId="593149bec02ea421" providerId="LiveId" clId="{AA22C77A-7608-47A5-8C22-D0494BFE9116}" dt="2025-07-02T12:20:18.942" v="636" actId="478"/>
          <ac:graphicFrameMkLst>
            <pc:docMk/>
            <pc:sldMk cId="4214411024" sldId="262"/>
            <ac:graphicFrameMk id="4" creationId="{8ECC93C5-9925-352C-33BF-3CC2DD96472D}"/>
          </ac:graphicFrameMkLst>
        </pc:graphicFrameChg>
      </pc:sldChg>
      <pc:sldChg chg="modSp new mod">
        <pc:chgData name="Sharon Ndubai" userId="593149bec02ea421" providerId="LiveId" clId="{AA22C77A-7608-47A5-8C22-D0494BFE9116}" dt="2025-07-02T21:37:41.936" v="2874" actId="20577"/>
        <pc:sldMkLst>
          <pc:docMk/>
          <pc:sldMk cId="689846096" sldId="263"/>
        </pc:sldMkLst>
        <pc:spChg chg="mod">
          <ac:chgData name="Sharon Ndubai" userId="593149bec02ea421" providerId="LiveId" clId="{AA22C77A-7608-47A5-8C22-D0494BFE9116}" dt="2025-07-02T13:02:16.690" v="650"/>
          <ac:spMkLst>
            <pc:docMk/>
            <pc:sldMk cId="689846096" sldId="263"/>
            <ac:spMk id="2" creationId="{9EF833F7-4FD8-3B08-8BC7-3A91597C681F}"/>
          </ac:spMkLst>
        </pc:spChg>
        <pc:spChg chg="mod">
          <ac:chgData name="Sharon Ndubai" userId="593149bec02ea421" providerId="LiveId" clId="{AA22C77A-7608-47A5-8C22-D0494BFE9116}" dt="2025-07-02T21:37:41.936" v="2874" actId="20577"/>
          <ac:spMkLst>
            <pc:docMk/>
            <pc:sldMk cId="689846096" sldId="263"/>
            <ac:spMk id="3" creationId="{18BA3263-45A8-0A39-5D33-ED1F53695F35}"/>
          </ac:spMkLst>
        </pc:spChg>
      </pc:sldChg>
      <pc:sldChg chg="addSp delSp modSp new mod modClrScheme chgLayout">
        <pc:chgData name="Sharon Ndubai" userId="593149bec02ea421" providerId="LiveId" clId="{AA22C77A-7608-47A5-8C22-D0494BFE9116}" dt="2025-07-03T04:10:56.673" v="2879" actId="478"/>
        <pc:sldMkLst>
          <pc:docMk/>
          <pc:sldMk cId="1810859288" sldId="264"/>
        </pc:sldMkLst>
        <pc:spChg chg="del mod ord">
          <ac:chgData name="Sharon Ndubai" userId="593149bec02ea421" providerId="LiveId" clId="{AA22C77A-7608-47A5-8C22-D0494BFE9116}" dt="2025-07-02T13:34:21.639" v="1804" actId="700"/>
          <ac:spMkLst>
            <pc:docMk/>
            <pc:sldMk cId="1810859288" sldId="264"/>
            <ac:spMk id="2" creationId="{1C785A3F-B0E0-0B8D-1043-C7D9237F35F9}"/>
          </ac:spMkLst>
        </pc:spChg>
        <pc:spChg chg="del mod ord">
          <ac:chgData name="Sharon Ndubai" userId="593149bec02ea421" providerId="LiveId" clId="{AA22C77A-7608-47A5-8C22-D0494BFE9116}" dt="2025-07-02T13:34:21.639" v="1804" actId="700"/>
          <ac:spMkLst>
            <pc:docMk/>
            <pc:sldMk cId="1810859288" sldId="264"/>
            <ac:spMk id="3" creationId="{F99C2037-6169-E2F8-7E49-B1052BC35E55}"/>
          </ac:spMkLst>
        </pc:spChg>
        <pc:spChg chg="add mod ord">
          <ac:chgData name="Sharon Ndubai" userId="593149bec02ea421" providerId="LiveId" clId="{AA22C77A-7608-47A5-8C22-D0494BFE9116}" dt="2025-07-02T13:58:28.996" v="1934" actId="255"/>
          <ac:spMkLst>
            <pc:docMk/>
            <pc:sldMk cId="1810859288" sldId="264"/>
            <ac:spMk id="4" creationId="{9BD2766D-9980-1F2D-BD6C-56071F917C53}"/>
          </ac:spMkLst>
        </pc:spChg>
        <pc:spChg chg="add del mod ord">
          <ac:chgData name="Sharon Ndubai" userId="593149bec02ea421" providerId="LiveId" clId="{AA22C77A-7608-47A5-8C22-D0494BFE9116}" dt="2025-07-02T13:38:02.947" v="1805" actId="931"/>
          <ac:spMkLst>
            <pc:docMk/>
            <pc:sldMk cId="1810859288" sldId="264"/>
            <ac:spMk id="5" creationId="{8FBD5510-8BB7-0B65-8202-71FCC23ED5F1}"/>
          </ac:spMkLst>
        </pc:spChg>
        <pc:spChg chg="add mod ord">
          <ac:chgData name="Sharon Ndubai" userId="593149bec02ea421" providerId="LiveId" clId="{AA22C77A-7608-47A5-8C22-D0494BFE9116}" dt="2025-07-02T21:33:24.157" v="2820" actId="27636"/>
          <ac:spMkLst>
            <pc:docMk/>
            <pc:sldMk cId="1810859288" sldId="264"/>
            <ac:spMk id="6" creationId="{15E25275-2163-69EF-6552-C55B140F54B0}"/>
          </ac:spMkLst>
        </pc:spChg>
        <pc:spChg chg="add del mod">
          <ac:chgData name="Sharon Ndubai" userId="593149bec02ea421" providerId="LiveId" clId="{AA22C77A-7608-47A5-8C22-D0494BFE9116}" dt="2025-07-03T04:10:56.673" v="2879" actId="478"/>
          <ac:spMkLst>
            <pc:docMk/>
            <pc:sldMk cId="1810859288" sldId="264"/>
            <ac:spMk id="12" creationId="{DBACDCF6-25E3-8DE7-201E-DA5E3BF8417B}"/>
          </ac:spMkLst>
        </pc:spChg>
        <pc:picChg chg="add del mod">
          <ac:chgData name="Sharon Ndubai" userId="593149bec02ea421" providerId="LiveId" clId="{AA22C77A-7608-47A5-8C22-D0494BFE9116}" dt="2025-07-02T13:59:59.399" v="1936" actId="21"/>
          <ac:picMkLst>
            <pc:docMk/>
            <pc:sldMk cId="1810859288" sldId="264"/>
            <ac:picMk id="8" creationId="{ED66EE29-DABB-4ABB-6FD8-5061DB9450E1}"/>
          </ac:picMkLst>
        </pc:picChg>
        <pc:picChg chg="add mod">
          <ac:chgData name="Sharon Ndubai" userId="593149bec02ea421" providerId="LiveId" clId="{AA22C77A-7608-47A5-8C22-D0494BFE9116}" dt="2025-07-02T14:00:06.391" v="1937" actId="1076"/>
          <ac:picMkLst>
            <pc:docMk/>
            <pc:sldMk cId="1810859288" sldId="264"/>
            <ac:picMk id="10" creationId="{77EB46E0-AB6D-4882-DAF1-58E196211777}"/>
          </ac:picMkLst>
        </pc:picChg>
      </pc:sldChg>
      <pc:sldChg chg="new del ord">
        <pc:chgData name="Sharon Ndubai" userId="593149bec02ea421" providerId="LiveId" clId="{AA22C77A-7608-47A5-8C22-D0494BFE9116}" dt="2025-07-02T12:21:24.895" v="641" actId="2696"/>
        <pc:sldMkLst>
          <pc:docMk/>
          <pc:sldMk cId="3990109826" sldId="264"/>
        </pc:sldMkLst>
      </pc:sldChg>
      <pc:sldChg chg="addSp delSp modSp new del mod modClrScheme chgLayout">
        <pc:chgData name="Sharon Ndubai" userId="593149bec02ea421" providerId="LiveId" clId="{AA22C77A-7608-47A5-8C22-D0494BFE9116}" dt="2025-07-02T12:24:36.178" v="647" actId="2696"/>
        <pc:sldMkLst>
          <pc:docMk/>
          <pc:sldMk cId="1879482680" sldId="265"/>
        </pc:sldMkLst>
        <pc:spChg chg="del mod ord">
          <ac:chgData name="Sharon Ndubai" userId="593149bec02ea421" providerId="LiveId" clId="{AA22C77A-7608-47A5-8C22-D0494BFE9116}" dt="2025-07-02T12:21:45.874" v="642" actId="700"/>
          <ac:spMkLst>
            <pc:docMk/>
            <pc:sldMk cId="1879482680" sldId="265"/>
            <ac:spMk id="2" creationId="{570EA54C-3427-6616-29A2-7947754FEA08}"/>
          </ac:spMkLst>
        </pc:spChg>
        <pc:spChg chg="del mod ord">
          <ac:chgData name="Sharon Ndubai" userId="593149bec02ea421" providerId="LiveId" clId="{AA22C77A-7608-47A5-8C22-D0494BFE9116}" dt="2025-07-02T12:21:45.874" v="642" actId="700"/>
          <ac:spMkLst>
            <pc:docMk/>
            <pc:sldMk cId="1879482680" sldId="265"/>
            <ac:spMk id="3" creationId="{1B250D84-FB05-57C9-0E32-11041D6611B8}"/>
          </ac:spMkLst>
        </pc:spChg>
        <pc:spChg chg="add mod ord">
          <ac:chgData name="Sharon Ndubai" userId="593149bec02ea421" providerId="LiveId" clId="{AA22C77A-7608-47A5-8C22-D0494BFE9116}" dt="2025-07-02T12:21:45.874" v="642" actId="700"/>
          <ac:spMkLst>
            <pc:docMk/>
            <pc:sldMk cId="1879482680" sldId="265"/>
            <ac:spMk id="4" creationId="{4946D670-44A4-FF16-3668-12D010CEFE04}"/>
          </ac:spMkLst>
        </pc:spChg>
        <pc:spChg chg="add del mod ord">
          <ac:chgData name="Sharon Ndubai" userId="593149bec02ea421" providerId="LiveId" clId="{AA22C77A-7608-47A5-8C22-D0494BFE9116}" dt="2025-07-02T12:23:57.076" v="643" actId="931"/>
          <ac:spMkLst>
            <pc:docMk/>
            <pc:sldMk cId="1879482680" sldId="265"/>
            <ac:spMk id="5" creationId="{EF2EBBA6-953D-F732-75CE-CC7A49434EE9}"/>
          </ac:spMkLst>
        </pc:spChg>
        <pc:spChg chg="add mod ord">
          <ac:chgData name="Sharon Ndubai" userId="593149bec02ea421" providerId="LiveId" clId="{AA22C77A-7608-47A5-8C22-D0494BFE9116}" dt="2025-07-02T12:21:45.874" v="642" actId="700"/>
          <ac:spMkLst>
            <pc:docMk/>
            <pc:sldMk cId="1879482680" sldId="265"/>
            <ac:spMk id="6" creationId="{8C785545-8228-9372-C3E2-55E7FF10425D}"/>
          </ac:spMkLst>
        </pc:spChg>
        <pc:picChg chg="add mod">
          <ac:chgData name="Sharon Ndubai" userId="593149bec02ea421" providerId="LiveId" clId="{AA22C77A-7608-47A5-8C22-D0494BFE9116}" dt="2025-07-02T12:24:23.855" v="646" actId="14100"/>
          <ac:picMkLst>
            <pc:docMk/>
            <pc:sldMk cId="1879482680" sldId="265"/>
            <ac:picMk id="8" creationId="{B79B097A-C796-9777-2D77-C3904B63E005}"/>
          </ac:picMkLst>
        </pc:picChg>
      </pc:sldChg>
      <pc:sldChg chg="addSp delSp modSp new mod">
        <pc:chgData name="Sharon Ndubai" userId="593149bec02ea421" providerId="LiveId" clId="{AA22C77A-7608-47A5-8C22-D0494BFE9116}" dt="2025-07-02T21:39:04.346" v="2878" actId="20577"/>
        <pc:sldMkLst>
          <pc:docMk/>
          <pc:sldMk cId="2863112691" sldId="265"/>
        </pc:sldMkLst>
        <pc:spChg chg="mod">
          <ac:chgData name="Sharon Ndubai" userId="593149bec02ea421" providerId="LiveId" clId="{AA22C77A-7608-47A5-8C22-D0494BFE9116}" dt="2025-07-02T17:12:24.796" v="1948" actId="255"/>
          <ac:spMkLst>
            <pc:docMk/>
            <pc:sldMk cId="2863112691" sldId="265"/>
            <ac:spMk id="2" creationId="{5B918553-C9A0-F20B-BF14-82933CB35E4A}"/>
          </ac:spMkLst>
        </pc:spChg>
        <pc:spChg chg="del">
          <ac:chgData name="Sharon Ndubai" userId="593149bec02ea421" providerId="LiveId" clId="{AA22C77A-7608-47A5-8C22-D0494BFE9116}" dt="2025-07-02T17:11:33.535" v="1943"/>
          <ac:spMkLst>
            <pc:docMk/>
            <pc:sldMk cId="2863112691" sldId="265"/>
            <ac:spMk id="3" creationId="{96B3ED03-BB79-0B09-603D-1C7FCB99207C}"/>
          </ac:spMkLst>
        </pc:spChg>
        <pc:spChg chg="add mod">
          <ac:chgData name="Sharon Ndubai" userId="593149bec02ea421" providerId="LiveId" clId="{AA22C77A-7608-47A5-8C22-D0494BFE9116}" dt="2025-07-02T21:39:04.346" v="2878" actId="20577"/>
          <ac:spMkLst>
            <pc:docMk/>
            <pc:sldMk cId="2863112691" sldId="265"/>
            <ac:spMk id="4" creationId="{09FEFD4C-5A81-7A33-B19A-BE4D04D519FA}"/>
          </ac:spMkLst>
        </pc:spChg>
      </pc:sldChg>
      <pc:sldChg chg="addSp delSp modSp new mod">
        <pc:chgData name="Sharon Ndubai" userId="593149bec02ea421" providerId="LiveId" clId="{AA22C77A-7608-47A5-8C22-D0494BFE9116}" dt="2025-07-02T21:20:47.342" v="2592"/>
        <pc:sldMkLst>
          <pc:docMk/>
          <pc:sldMk cId="3314079763" sldId="266"/>
        </pc:sldMkLst>
        <pc:spChg chg="mod">
          <ac:chgData name="Sharon Ndubai" userId="593149bec02ea421" providerId="LiveId" clId="{AA22C77A-7608-47A5-8C22-D0494BFE9116}" dt="2025-07-02T21:20:47.342" v="2592"/>
          <ac:spMkLst>
            <pc:docMk/>
            <pc:sldMk cId="3314079763" sldId="266"/>
            <ac:spMk id="2" creationId="{9EACDA50-81BB-E07F-7872-35F1FA11BA6B}"/>
          </ac:spMkLst>
        </pc:spChg>
        <pc:spChg chg="del">
          <ac:chgData name="Sharon Ndubai" userId="593149bec02ea421" providerId="LiveId" clId="{AA22C77A-7608-47A5-8C22-D0494BFE9116}" dt="2025-07-02T21:16:14.965" v="2576" actId="931"/>
          <ac:spMkLst>
            <pc:docMk/>
            <pc:sldMk cId="3314079763" sldId="266"/>
            <ac:spMk id="3" creationId="{338592AA-72F1-D24B-7FA3-8A6634A13C5B}"/>
          </ac:spMkLst>
        </pc:spChg>
        <pc:spChg chg="del">
          <ac:chgData name="Sharon Ndubai" userId="593149bec02ea421" providerId="LiveId" clId="{AA22C77A-7608-47A5-8C22-D0494BFE9116}" dt="2025-07-02T21:16:44.213" v="2577"/>
          <ac:spMkLst>
            <pc:docMk/>
            <pc:sldMk cId="3314079763" sldId="266"/>
            <ac:spMk id="4" creationId="{38E8B774-77B5-8DBD-C235-D41D25E85C0D}"/>
          </ac:spMkLst>
        </pc:spChg>
        <pc:spChg chg="add mod">
          <ac:chgData name="Sharon Ndubai" userId="593149bec02ea421" providerId="LiveId" clId="{AA22C77A-7608-47A5-8C22-D0494BFE9116}" dt="2025-07-02T21:19:33.342" v="2591" actId="20577"/>
          <ac:spMkLst>
            <pc:docMk/>
            <pc:sldMk cId="3314079763" sldId="266"/>
            <ac:spMk id="7" creationId="{0894A9AE-ED94-C0A8-DC20-04B24F60491D}"/>
          </ac:spMkLst>
        </pc:spChg>
        <pc:picChg chg="add mod">
          <ac:chgData name="Sharon Ndubai" userId="593149bec02ea421" providerId="LiveId" clId="{AA22C77A-7608-47A5-8C22-D0494BFE9116}" dt="2025-07-02T21:16:14.965" v="2576" actId="931"/>
          <ac:picMkLst>
            <pc:docMk/>
            <pc:sldMk cId="3314079763" sldId="266"/>
            <ac:picMk id="6" creationId="{2537AB95-A32B-1204-674B-BDA0D6A822D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2BFBE5-7C60-4A37-8EE0-734BD4273E51}"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327434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2BFBE5-7C60-4A37-8EE0-734BD4273E51}"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3695506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2BFBE5-7C60-4A37-8EE0-734BD4273E51}"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2281983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2BFBE5-7C60-4A37-8EE0-734BD4273E51}"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2384154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2BFBE5-7C60-4A37-8EE0-734BD4273E51}" type="datetimeFigureOut">
              <a:rPr lang="en-US" smtClean="0"/>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404128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42BFBE5-7C60-4A37-8EE0-734BD4273E51}" type="datetimeFigureOut">
              <a:rPr lang="en-US" smtClean="0"/>
              <a:t>1/17/2026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2814368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42BFBE5-7C60-4A37-8EE0-734BD4273E51}" type="datetimeFigureOut">
              <a:rPr lang="en-US" smtClean="0"/>
              <a:t>1/17/2026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3773265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42BFBE5-7C60-4A37-8EE0-734BD4273E51}" type="datetimeFigureOut">
              <a:rPr lang="en-US" smtClean="0"/>
              <a:t>1/17/2026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1309842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2BFBE5-7C60-4A37-8EE0-734BD4273E51}"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3131659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2BFBE5-7C60-4A37-8EE0-734BD4273E51}"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2931456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42BFBE5-7C60-4A37-8EE0-734BD4273E51}"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3114988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42BFBE5-7C60-4A37-8EE0-734BD4273E51}"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8F536C-29B8-417F-8830-BBED7CF6913E}" type="slidenum">
              <a:rPr lang="en-US" smtClean="0"/>
              <a:t>‹#›</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070180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2BFBE5-7C60-4A37-8EE0-734BD4273E51}"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16442046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42BFBE5-7C60-4A37-8EE0-734BD4273E51}" type="datetimeFigureOut">
              <a:rPr lang="en-US" smtClean="0"/>
              <a:t>1/17/2026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42506356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42BFBE5-7C60-4A37-8EE0-734BD4273E51}" type="datetimeFigureOut">
              <a:rPr lang="en-US" smtClean="0"/>
              <a:t>1/17/2026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29897772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2BFBE5-7C60-4A37-8EE0-734BD4273E51}"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14216904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2BFBE5-7C60-4A37-8EE0-734BD4273E51}"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8F536C-29B8-417F-8830-BBED7CF6913E}" type="slidenum">
              <a:rPr lang="en-US" smtClean="0"/>
              <a:t>‹#›</a:t>
            </a:fld>
            <a:endParaRPr lang="en-US"/>
          </a:p>
        </p:txBody>
      </p:sp>
    </p:spTree>
    <p:extLst>
      <p:ext uri="{BB962C8B-B14F-4D97-AF65-F5344CB8AC3E}">
        <p14:creationId xmlns:p14="http://schemas.microsoft.com/office/powerpoint/2010/main" val="704130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42BFBE5-7C60-4A37-8EE0-734BD4273E51}" type="datetimeFigureOut">
              <a:rPr lang="en-US" smtClean="0"/>
              <a:t>1/17/2026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28F536C-29B8-417F-8830-BBED7CF6913E}" type="slidenum">
              <a:rPr lang="en-US" smtClean="0"/>
              <a:t>‹#›</a:t>
            </a:fld>
            <a:endParaRPr lang="en-US"/>
          </a:p>
        </p:txBody>
      </p:sp>
    </p:spTree>
    <p:extLst>
      <p:ext uri="{BB962C8B-B14F-4D97-AF65-F5344CB8AC3E}">
        <p14:creationId xmlns:p14="http://schemas.microsoft.com/office/powerpoint/2010/main" val="1851381481"/>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928CD-F564-4094-5225-8941D0A74B18}"/>
              </a:ext>
            </a:extLst>
          </p:cNvPr>
          <p:cNvSpPr>
            <a:spLocks noGrp="1"/>
          </p:cNvSpPr>
          <p:nvPr>
            <p:ph type="ctrTitle"/>
          </p:nvPr>
        </p:nvSpPr>
        <p:spPr>
          <a:xfrm>
            <a:off x="786581" y="534921"/>
            <a:ext cx="9144000" cy="615553"/>
          </a:xfrm>
        </p:spPr>
        <p:txBody>
          <a:bodyPr>
            <a:normAutofit/>
          </a:bodyPr>
          <a:lstStyle/>
          <a:p>
            <a:r>
              <a:rPr lang="en-US" sz="3200" dirty="0"/>
              <a:t>Credit Data Analysis  – </a:t>
            </a:r>
            <a:r>
              <a:rPr lang="en-US" sz="3200" dirty="0" err="1"/>
              <a:t>Mophones</a:t>
            </a:r>
            <a:r>
              <a:rPr lang="en-US" sz="3200" dirty="0"/>
              <a:t> Assessment</a:t>
            </a:r>
            <a:endParaRPr lang="en-US" sz="3200" dirty="0">
              <a:latin typeface="Segoe UI Semibold" panose="020B0702040204020203" pitchFamily="34" charset="0"/>
              <a:cs typeface="Segoe UI Semibold" panose="020B0702040204020203" pitchFamily="34" charset="0"/>
            </a:endParaRPr>
          </a:p>
        </p:txBody>
      </p:sp>
      <p:sp>
        <p:nvSpPr>
          <p:cNvPr id="4" name="Rectangle 1">
            <a:extLst>
              <a:ext uri="{FF2B5EF4-FFF2-40B4-BE49-F238E27FC236}">
                <a16:creationId xmlns:a16="http://schemas.microsoft.com/office/drawing/2014/main" id="{06352DC0-3917-1DF0-74D4-E872224A7963}"/>
              </a:ext>
            </a:extLst>
          </p:cNvPr>
          <p:cNvSpPr>
            <a:spLocks noGrp="1" noChangeArrowheads="1"/>
          </p:cNvSpPr>
          <p:nvPr>
            <p:ph type="subTitle" idx="1"/>
          </p:nvPr>
        </p:nvSpPr>
        <p:spPr bwMode="auto">
          <a:xfrm>
            <a:off x="1524000" y="4122142"/>
            <a:ext cx="184731"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0207E353-3C05-C5D1-2E81-E42FE7A992C6}"/>
              </a:ext>
            </a:extLst>
          </p:cNvPr>
          <p:cNvSpPr txBox="1"/>
          <p:nvPr/>
        </p:nvSpPr>
        <p:spPr>
          <a:xfrm>
            <a:off x="1278193" y="1651423"/>
            <a:ext cx="8740877" cy="1354217"/>
          </a:xfrm>
          <a:prstGeom prst="rect">
            <a:avLst/>
          </a:prstGeom>
          <a:noFill/>
        </p:spPr>
        <p:txBody>
          <a:bodyPr wrap="square">
            <a:spAutoFit/>
          </a:bodyPr>
          <a:lstStyle/>
          <a:p>
            <a:r>
              <a:rPr lang="en-US" sz="3200" dirty="0">
                <a:latin typeface="Calibra "/>
              </a:rPr>
              <a:t>Sharon Kagwiria | Credit Data Analyst</a:t>
            </a:r>
          </a:p>
          <a:p>
            <a:r>
              <a:rPr lang="en-US" sz="3200" dirty="0">
                <a:latin typeface="Calibra "/>
              </a:rPr>
              <a:t>January  2025</a:t>
            </a:r>
          </a:p>
          <a:p>
            <a:endParaRPr lang="en-US" dirty="0"/>
          </a:p>
        </p:txBody>
      </p:sp>
    </p:spTree>
    <p:extLst>
      <p:ext uri="{BB962C8B-B14F-4D97-AF65-F5344CB8AC3E}">
        <p14:creationId xmlns:p14="http://schemas.microsoft.com/office/powerpoint/2010/main" val="4213314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37F64-0421-3F68-EF73-30E000A49760}"/>
              </a:ext>
            </a:extLst>
          </p:cNvPr>
          <p:cNvSpPr>
            <a:spLocks noGrp="1"/>
          </p:cNvSpPr>
          <p:nvPr>
            <p:ph type="title"/>
          </p:nvPr>
        </p:nvSpPr>
        <p:spPr/>
        <p:txBody>
          <a:bodyPr/>
          <a:lstStyle/>
          <a:p>
            <a:r>
              <a:rPr lang="en-US" dirty="0"/>
              <a:t>Assessment Objective</a:t>
            </a:r>
          </a:p>
        </p:txBody>
      </p:sp>
      <p:sp>
        <p:nvSpPr>
          <p:cNvPr id="3" name="Content Placeholder 2">
            <a:extLst>
              <a:ext uri="{FF2B5EF4-FFF2-40B4-BE49-F238E27FC236}">
                <a16:creationId xmlns:a16="http://schemas.microsoft.com/office/drawing/2014/main" id="{7D0CC242-90A0-FCE6-0E76-412F9EDAB2A2}"/>
              </a:ext>
            </a:extLst>
          </p:cNvPr>
          <p:cNvSpPr>
            <a:spLocks noGrp="1"/>
          </p:cNvSpPr>
          <p:nvPr>
            <p:ph idx="1"/>
          </p:nvPr>
        </p:nvSpPr>
        <p:spPr/>
        <p:txBody>
          <a:bodyPr/>
          <a:lstStyle/>
          <a:p>
            <a:r>
              <a:rPr lang="en-US" dirty="0"/>
              <a:t>Clean the data set </a:t>
            </a:r>
          </a:p>
          <a:p>
            <a:r>
              <a:rPr lang="en-US" dirty="0"/>
              <a:t>Join the data set  together </a:t>
            </a:r>
          </a:p>
          <a:p>
            <a:r>
              <a:rPr lang="en-US" dirty="0"/>
              <a:t>Assess portfolio health through balances, arrears, and repayment trends</a:t>
            </a:r>
          </a:p>
          <a:p>
            <a:r>
              <a:rPr lang="en-US" dirty="0"/>
              <a:t>Analyze customer quality and experience and their relationship to repayment and return behavior</a:t>
            </a:r>
          </a:p>
          <a:p>
            <a:r>
              <a:rPr lang="en-US" dirty="0"/>
              <a:t>Measure collections effectiveness by comparing expected versus actual payments and identifying collection gaps</a:t>
            </a:r>
          </a:p>
          <a:p>
            <a:endParaRPr lang="en-US" dirty="0"/>
          </a:p>
          <a:p>
            <a:endParaRPr lang="en-US" dirty="0"/>
          </a:p>
        </p:txBody>
      </p:sp>
    </p:spTree>
    <p:extLst>
      <p:ext uri="{BB962C8B-B14F-4D97-AF65-F5344CB8AC3E}">
        <p14:creationId xmlns:p14="http://schemas.microsoft.com/office/powerpoint/2010/main" val="4233950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C1519-55AA-A327-AA41-726AF5F88091}"/>
              </a:ext>
            </a:extLst>
          </p:cNvPr>
          <p:cNvSpPr>
            <a:spLocks noGrp="1"/>
          </p:cNvSpPr>
          <p:nvPr>
            <p:ph type="title"/>
          </p:nvPr>
        </p:nvSpPr>
        <p:spPr/>
        <p:txBody>
          <a:bodyPr/>
          <a:lstStyle/>
          <a:p>
            <a:r>
              <a:rPr lang="en-US" dirty="0"/>
              <a:t>Data Structure and Tables </a:t>
            </a:r>
          </a:p>
        </p:txBody>
      </p:sp>
      <p:sp>
        <p:nvSpPr>
          <p:cNvPr id="4" name="Rectangle 1">
            <a:extLst>
              <a:ext uri="{FF2B5EF4-FFF2-40B4-BE49-F238E27FC236}">
                <a16:creationId xmlns:a16="http://schemas.microsoft.com/office/drawing/2014/main" id="{E471266D-B1D3-BD2F-AB91-5AAB43136199}"/>
              </a:ext>
            </a:extLst>
          </p:cNvPr>
          <p:cNvSpPr>
            <a:spLocks noGrp="1" noChangeArrowheads="1"/>
          </p:cNvSpPr>
          <p:nvPr>
            <p:ph idx="1"/>
          </p:nvPr>
        </p:nvSpPr>
        <p:spPr bwMode="auto">
          <a:xfrm>
            <a:off x="799518" y="1698956"/>
            <a:ext cx="10926389" cy="2985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defTabSz="914400" eaLnBrk="0" fontAlgn="base" hangingPunct="0">
              <a:spcBef>
                <a:spcPct val="0"/>
              </a:spcBef>
              <a:spcAft>
                <a:spcPct val="0"/>
              </a:spcAft>
              <a:buClrTx/>
              <a:buSzTx/>
            </a:pPr>
            <a:r>
              <a:rPr lang="en-US" sz="1600" b="1" dirty="0"/>
              <a:t>Credit Data</a:t>
            </a:r>
            <a:r>
              <a:rPr lang="en-US" sz="1600" dirty="0"/>
              <a:t>– Contains loan pricing, cash and loan values, loan terms, premiums, and </a:t>
            </a:r>
          </a:p>
          <a:p>
            <a:pPr marL="0" indent="0" defTabSz="914400" eaLnBrk="0" fontAlgn="base" hangingPunct="0">
              <a:spcBef>
                <a:spcPct val="0"/>
              </a:spcBef>
              <a:spcAft>
                <a:spcPct val="0"/>
              </a:spcAft>
              <a:buClrTx/>
              <a:buSzTx/>
              <a:buNone/>
            </a:pPr>
            <a:r>
              <a:rPr lang="en-US" sz="1600" dirty="0"/>
              <a:t>                             credit-related attributes. Used to assess affordability, pricing strategy, and credit risk.</a:t>
            </a:r>
            <a:endParaRPr kumimoji="0" lang="en-US" altLang="en-US" sz="1600" b="0" i="0" u="none" strike="noStrike" cap="none" normalizeH="0" baseline="0" dirty="0">
              <a:ln>
                <a:noFill/>
              </a:ln>
              <a:solidFill>
                <a:schemeClr val="tx1"/>
              </a:solidFill>
              <a:effectLst/>
            </a:endParaRPr>
          </a:p>
          <a:p>
            <a:pPr defTabSz="914400" eaLnBrk="0" fontAlgn="base" hangingPunct="0">
              <a:spcBef>
                <a:spcPct val="0"/>
              </a:spcBef>
              <a:spcAft>
                <a:spcPct val="0"/>
              </a:spcAft>
              <a:buClrTx/>
              <a:buSzTx/>
            </a:pPr>
            <a:r>
              <a:rPr kumimoji="0" lang="en-US" altLang="en-US" sz="1600" b="0" i="0" u="none" strike="noStrike" cap="none" normalizeH="0" baseline="0" dirty="0">
                <a:ln>
                  <a:noFill/>
                </a:ln>
                <a:solidFill>
                  <a:schemeClr val="tx1"/>
                </a:solidFill>
                <a:effectLst/>
              </a:rPr>
              <a:t> </a:t>
            </a:r>
            <a:r>
              <a:rPr kumimoji="0" lang="en-US" altLang="en-US" sz="1600" b="1" i="0" u="none" strike="noStrike" cap="none" normalizeH="0" baseline="0" dirty="0">
                <a:ln>
                  <a:noFill/>
                </a:ln>
                <a:solidFill>
                  <a:schemeClr val="tx1"/>
                </a:solidFill>
                <a:effectLst/>
              </a:rPr>
              <a:t>NSP data </a:t>
            </a:r>
            <a:r>
              <a:rPr lang="en-US" sz="1600" dirty="0"/>
              <a:t> – Contains loan repayment and facilities data, including expected and actual payments, </a:t>
            </a:r>
          </a:p>
          <a:p>
            <a:pPr marL="0" indent="0" defTabSz="914400" eaLnBrk="0" fontAlgn="base" hangingPunct="0">
              <a:spcBef>
                <a:spcPct val="0"/>
              </a:spcBef>
              <a:spcAft>
                <a:spcPct val="0"/>
              </a:spcAft>
              <a:buClrTx/>
              <a:buSzTx/>
              <a:buNone/>
            </a:pPr>
            <a:r>
              <a:rPr lang="en-US" sz="1600" dirty="0"/>
              <a:t>                      balances, arrears, days past due, and account status</a:t>
            </a:r>
          </a:p>
          <a:p>
            <a:pPr defTabSz="914400" eaLnBrk="0" fontAlgn="base" hangingPunct="0">
              <a:spcBef>
                <a:spcPct val="0"/>
              </a:spcBef>
              <a:spcAft>
                <a:spcPct val="0"/>
              </a:spcAft>
              <a:buClrTx/>
              <a:buSzTx/>
            </a:pPr>
            <a:r>
              <a:rPr lang="en-US" sz="1600" b="1" dirty="0"/>
              <a:t>Customer &amp; Sales Dataset</a:t>
            </a:r>
            <a:r>
              <a:rPr lang="en-US" sz="1600" dirty="0"/>
              <a:t>– Contains customer demographics, sales information, product details,</a:t>
            </a:r>
          </a:p>
          <a:p>
            <a:pPr marL="0" indent="0" defTabSz="914400" eaLnBrk="0" fontAlgn="base" hangingPunct="0">
              <a:spcBef>
                <a:spcPct val="0"/>
              </a:spcBef>
              <a:spcAft>
                <a:spcPct val="0"/>
              </a:spcAft>
              <a:buClrTx/>
              <a:buSzTx/>
              <a:buNone/>
            </a:pPr>
            <a:r>
              <a:rPr lang="en-US" sz="1600" dirty="0"/>
              <a:t>                                      seller data, and return behavior. Used to analyze customer quality, sales performance, </a:t>
            </a:r>
          </a:p>
          <a:p>
            <a:pPr marL="0" indent="0" defTabSz="914400" eaLnBrk="0" fontAlgn="base" hangingPunct="0">
              <a:spcBef>
                <a:spcPct val="0"/>
              </a:spcBef>
              <a:spcAft>
                <a:spcPct val="0"/>
              </a:spcAft>
              <a:buClrTx/>
              <a:buSzTx/>
              <a:buNone/>
            </a:pPr>
            <a:r>
              <a:rPr lang="en-US" sz="1600" dirty="0"/>
              <a:t>                                       and behavioral risk.           </a:t>
            </a:r>
          </a:p>
          <a:p>
            <a:pPr marL="0" indent="0" defTabSz="914400" eaLnBrk="0" fontAlgn="base" hangingPunct="0">
              <a:spcBef>
                <a:spcPct val="0"/>
              </a:spcBef>
              <a:spcAft>
                <a:spcPct val="0"/>
              </a:spcAft>
              <a:buClrTx/>
              <a:buSzTx/>
              <a:buNone/>
            </a:pPr>
            <a:r>
              <a:rPr lang="en-US" sz="1600" dirty="0"/>
              <a:t>                                        </a:t>
            </a:r>
            <a:r>
              <a:rPr lang="en-US" sz="1600" b="1" dirty="0"/>
              <a:t>  DATA RELATIONSHIP</a:t>
            </a:r>
          </a:p>
          <a:p>
            <a:pPr marL="0" indent="0" defTabSz="914400" eaLnBrk="0" fontAlgn="base" hangingPunct="0">
              <a:spcBef>
                <a:spcPct val="0"/>
              </a:spcBef>
              <a:spcAft>
                <a:spcPct val="0"/>
              </a:spcAft>
              <a:buClrTx/>
              <a:buSzTx/>
              <a:buNone/>
            </a:pPr>
            <a:r>
              <a:rPr lang="en-US" sz="1600" dirty="0" err="1"/>
              <a:t>Loan_id</a:t>
            </a:r>
            <a:r>
              <a:rPr lang="en-US" sz="1600" dirty="0"/>
              <a:t> provided a link to all the tables </a:t>
            </a:r>
            <a:endParaRPr lang="en-US" dirty="0"/>
          </a:p>
          <a:p>
            <a:pPr marL="0" indent="0" defTabSz="914400" eaLnBrk="0" fontAlgn="base" hangingPunct="0">
              <a:spcBef>
                <a:spcPct val="0"/>
              </a:spcBef>
              <a:spcAft>
                <a:spcPct val="0"/>
              </a:spcAft>
              <a:buClrTx/>
              <a:buSzTx/>
              <a:buNone/>
            </a:pP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71004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55C59-F6F9-5DC1-E115-06935403910A}"/>
              </a:ext>
            </a:extLst>
          </p:cNvPr>
          <p:cNvSpPr>
            <a:spLocks noGrp="1"/>
          </p:cNvSpPr>
          <p:nvPr>
            <p:ph type="title"/>
          </p:nvPr>
        </p:nvSpPr>
        <p:spPr/>
        <p:txBody>
          <a:bodyPr/>
          <a:lstStyle/>
          <a:p>
            <a:r>
              <a:rPr lang="en-US" dirty="0"/>
              <a:t>Data Preparation $ Cleaning </a:t>
            </a:r>
          </a:p>
        </p:txBody>
      </p:sp>
      <p:sp>
        <p:nvSpPr>
          <p:cNvPr id="4" name="Rectangle 1">
            <a:extLst>
              <a:ext uri="{FF2B5EF4-FFF2-40B4-BE49-F238E27FC236}">
                <a16:creationId xmlns:a16="http://schemas.microsoft.com/office/drawing/2014/main" id="{72DF6BC0-A2C9-137A-C710-74F05B453BAC}"/>
              </a:ext>
            </a:extLst>
          </p:cNvPr>
          <p:cNvSpPr>
            <a:spLocks noGrp="1" noChangeArrowheads="1"/>
          </p:cNvSpPr>
          <p:nvPr>
            <p:ph idx="1"/>
          </p:nvPr>
        </p:nvSpPr>
        <p:spPr bwMode="auto">
          <a:xfrm>
            <a:off x="809625" y="2231749"/>
            <a:ext cx="7290778" cy="2394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effectLst/>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1800"/>
            </a:pPr>
            <a:r>
              <a:rPr kumimoji="0" lang="en-US" b="0" i="0" u="none" strike="noStrike" kern="1200" cap="none" spc="0" normalizeH="0" baseline="0" noProof="0" dirty="0">
                <a:ln>
                  <a:noFill/>
                </a:ln>
                <a:effectLst/>
                <a:uLnTx/>
                <a:uFillTx/>
                <a:ea typeface="+mn-ea"/>
                <a:cs typeface="+mn-cs"/>
              </a:rPr>
              <a:t>Standardized column names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1800"/>
            </a:pPr>
            <a:r>
              <a:rPr kumimoji="0" lang="en-US" b="0" i="0" u="none" strike="noStrike" kern="1200" cap="none" spc="0" normalizeH="0" baseline="0" noProof="0" dirty="0">
                <a:ln>
                  <a:noFill/>
                </a:ln>
                <a:effectLst/>
                <a:uLnTx/>
                <a:uFillTx/>
                <a:ea typeface="+mn-ea"/>
                <a:cs typeface="+mn-cs"/>
              </a:rPr>
              <a:t>Cleaned and formatted date fields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1800"/>
            </a:pPr>
            <a:r>
              <a:rPr kumimoji="0" lang="en-US" b="0" i="0" u="none" strike="noStrike" kern="1200" cap="none" spc="0" normalizeH="0" baseline="0" noProof="0" dirty="0">
                <a:ln>
                  <a:noFill/>
                </a:ln>
                <a:effectLst/>
                <a:uLnTx/>
                <a:uFillTx/>
                <a:ea typeface="+mn-ea"/>
                <a:cs typeface="+mn-cs"/>
              </a:rPr>
              <a:t>Removed duplicates and irrelevant columns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1800"/>
            </a:pPr>
            <a:r>
              <a:rPr kumimoji="0" lang="en-US" b="0" i="0" u="none" strike="noStrike" kern="1200" cap="none" spc="0" normalizeH="0" baseline="0" noProof="0" dirty="0">
                <a:ln>
                  <a:noFill/>
                </a:ln>
                <a:effectLst/>
                <a:uLnTx/>
                <a:uFillTx/>
                <a:ea typeface="+mn-ea"/>
                <a:cs typeface="+mn-cs"/>
              </a:rPr>
              <a:t>Merged sales, loan, and gender datasets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1800"/>
            </a:pPr>
            <a:r>
              <a:rPr kumimoji="0" lang="en-US" b="0" i="0" u="none" strike="noStrike" kern="1200" cap="none" spc="0" normalizeH="0" baseline="0" noProof="0" dirty="0">
                <a:ln>
                  <a:noFill/>
                </a:ln>
                <a:effectLst/>
                <a:uLnTx/>
                <a:uFillTx/>
                <a:ea typeface="+mn-ea"/>
                <a:cs typeface="+mn-cs"/>
              </a:rPr>
              <a:t>Categorized NPS responses (Promoters, Passives, Detractors)</a:t>
            </a:r>
            <a:r>
              <a:rPr lang="en-US" dirty="0">
                <a:ea typeface="+mn-ea"/>
                <a:cs typeface="+mn-cs"/>
              </a:rPr>
              <a:t>.</a:t>
            </a:r>
            <a:endParaRPr kumimoji="0" lang="en-US" b="0" i="0" u="none" strike="noStrike" kern="1200" cap="none" spc="0" normalizeH="0" baseline="0" noProof="0" dirty="0">
              <a:ln>
                <a:noFill/>
              </a:ln>
              <a:effectLst/>
              <a:uLnTx/>
              <a:uFillTx/>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1800"/>
            </a:pPr>
            <a:r>
              <a:rPr kumimoji="0" lang="en-US" b="0" i="0" u="none" strike="noStrike" kern="1200" cap="none" spc="0" normalizeH="0" baseline="0" noProof="0" dirty="0">
                <a:ln>
                  <a:noFill/>
                </a:ln>
                <a:effectLst/>
                <a:uLnTx/>
                <a:uFillTx/>
                <a:ea typeface="+mn-ea"/>
                <a:cs typeface="+mn-cs"/>
              </a:rPr>
              <a:t>Prepared final dataset for analysis and visualization</a:t>
            </a: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1220092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CDA50-81BB-E07F-7872-35F1FA11BA6B}"/>
              </a:ext>
            </a:extLst>
          </p:cNvPr>
          <p:cNvSpPr>
            <a:spLocks noGrp="1"/>
          </p:cNvSpPr>
          <p:nvPr>
            <p:ph type="title"/>
          </p:nvPr>
        </p:nvSpPr>
        <p:spPr>
          <a:xfrm>
            <a:off x="1154954" y="1219200"/>
            <a:ext cx="3401064" cy="1238865"/>
          </a:xfrm>
        </p:spPr>
        <p:txBody>
          <a:bodyPr/>
          <a:lstStyle/>
          <a:p>
            <a:r>
              <a:rPr lang="en-US" b="1" dirty="0"/>
              <a:t>Expected vs Actual Payments Trend</a:t>
            </a:r>
          </a:p>
        </p:txBody>
      </p:sp>
      <p:sp>
        <p:nvSpPr>
          <p:cNvPr id="7" name="Rectangle 1">
            <a:extLst>
              <a:ext uri="{FF2B5EF4-FFF2-40B4-BE49-F238E27FC236}">
                <a16:creationId xmlns:a16="http://schemas.microsoft.com/office/drawing/2014/main" id="{0894A9AE-ED94-C0A8-DC20-04B24F60491D}"/>
              </a:ext>
            </a:extLst>
          </p:cNvPr>
          <p:cNvSpPr>
            <a:spLocks noGrp="1" noChangeArrowheads="1"/>
          </p:cNvSpPr>
          <p:nvPr>
            <p:ph type="body" sz="half" idx="2"/>
          </p:nvPr>
        </p:nvSpPr>
        <p:spPr bwMode="auto">
          <a:xfrm>
            <a:off x="255639" y="2807366"/>
            <a:ext cx="570270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This chart shows the monthly trend of expected payments versus actual payments received. While expected payments steadily increase over time, actual payments rise initially but drop sharply toward the end of the year.</a:t>
            </a:r>
            <a:endParaRPr lang="en-US" altLang="en-US" sz="16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-The growing gap between expected and actual payments indicates deteriorating repayment performance.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t>-</a:t>
            </a:r>
            <a:r>
              <a:rPr kumimoji="0" lang="en-US" altLang="en-US" sz="1600" b="0" i="0" u="none" strike="noStrike" cap="none" normalizeH="0" baseline="0" dirty="0">
                <a:ln>
                  <a:noFill/>
                </a:ln>
                <a:solidFill>
                  <a:schemeClr val="tx1"/>
                </a:solidFill>
                <a:effectLst/>
              </a:rPr>
              <a:t>The sharp decline in actual payments in the final month suggests higher arrears or defaults, increasing portfolio risk.</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t>-</a:t>
            </a:r>
            <a:r>
              <a:rPr kumimoji="0" lang="en-US" altLang="en-US" sz="1600" b="0" i="0" u="none" strike="noStrike" cap="none" normalizeH="0" baseline="0" dirty="0">
                <a:ln>
                  <a:noFill/>
                </a:ln>
                <a:solidFill>
                  <a:schemeClr val="tx1"/>
                </a:solidFill>
                <a:effectLst/>
              </a:rPr>
              <a:t>This trend highlights the need for earlier intervention and stronger collections to prevent payment shortfalls as the portfolio grows.</a:t>
            </a:r>
          </a:p>
        </p:txBody>
      </p:sp>
      <p:pic>
        <p:nvPicPr>
          <p:cNvPr id="8" name="Content Placeholder 7">
            <a:extLst>
              <a:ext uri="{FF2B5EF4-FFF2-40B4-BE49-F238E27FC236}">
                <a16:creationId xmlns:a16="http://schemas.microsoft.com/office/drawing/2014/main" id="{178A1B3D-4DF1-E2C4-1C7B-31752C8C32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1860365"/>
            <a:ext cx="5195888" cy="3626268"/>
          </a:xfrm>
        </p:spPr>
      </p:pic>
    </p:spTree>
    <p:extLst>
      <p:ext uri="{BB962C8B-B14F-4D97-AF65-F5344CB8AC3E}">
        <p14:creationId xmlns:p14="http://schemas.microsoft.com/office/powerpoint/2010/main" val="3314079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D2766D-9980-1F2D-BD6C-56071F917C53}"/>
              </a:ext>
            </a:extLst>
          </p:cNvPr>
          <p:cNvSpPr>
            <a:spLocks noGrp="1"/>
          </p:cNvSpPr>
          <p:nvPr>
            <p:ph type="title"/>
          </p:nvPr>
        </p:nvSpPr>
        <p:spPr>
          <a:xfrm>
            <a:off x="411110" y="840350"/>
            <a:ext cx="4067174" cy="1114425"/>
          </a:xfrm>
        </p:spPr>
        <p:txBody>
          <a:bodyPr/>
          <a:lstStyle/>
          <a:p>
            <a:r>
              <a:rPr lang="en-US" sz="1800" b="1" dirty="0"/>
              <a:t>Average income per Age Group </a:t>
            </a:r>
          </a:p>
        </p:txBody>
      </p:sp>
      <p:sp>
        <p:nvSpPr>
          <p:cNvPr id="6" name="Text Placeholder 5">
            <a:extLst>
              <a:ext uri="{FF2B5EF4-FFF2-40B4-BE49-F238E27FC236}">
                <a16:creationId xmlns:a16="http://schemas.microsoft.com/office/drawing/2014/main" id="{15E25275-2163-69EF-6552-C55B140F54B0}"/>
              </a:ext>
            </a:extLst>
          </p:cNvPr>
          <p:cNvSpPr>
            <a:spLocks noGrp="1"/>
          </p:cNvSpPr>
          <p:nvPr>
            <p:ph type="body" sz="half" idx="2"/>
          </p:nvPr>
        </p:nvSpPr>
        <p:spPr>
          <a:xfrm>
            <a:off x="333376" y="2084439"/>
            <a:ext cx="4222642" cy="4286863"/>
          </a:xfrm>
        </p:spPr>
        <p:txBody>
          <a:bodyPr>
            <a:normAutofit/>
          </a:bodyPr>
          <a:lstStyle/>
          <a:p>
            <a:r>
              <a:rPr lang="en-US" sz="1600" dirty="0"/>
              <a:t>This chart shows the total average income by age group. Income contribution rises from younger customers, peaks strongly in the 26–35 age group.</a:t>
            </a:r>
          </a:p>
          <a:p>
            <a:pPr marL="285750" indent="-285750">
              <a:buFont typeface="Wingdings" panose="05000000000000000000" pitchFamily="2" charset="2"/>
              <a:buChar char="Ø"/>
            </a:pPr>
            <a:r>
              <a:rPr lang="en-US" dirty="0"/>
              <a:t>Customers aged 26–35 contribute the largest share of income, making them the most economically active and valuable segment.</a:t>
            </a:r>
          </a:p>
          <a:p>
            <a:pPr marL="285750" indent="-285750">
              <a:buFont typeface="Wingdings" panose="05000000000000000000" pitchFamily="2" charset="2"/>
              <a:buChar char="Ø"/>
            </a:pPr>
            <a:r>
              <a:rPr lang="en-US" dirty="0"/>
              <a:t>Income levels are lower among younger (18–25) and older (46+) age groups, indicating potentially lower repayment capacity</a:t>
            </a:r>
          </a:p>
          <a:p>
            <a:pPr marL="285750" indent="-285750">
              <a:buFont typeface="Wingdings" panose="05000000000000000000" pitchFamily="2" charset="2"/>
              <a:buChar char="Ø"/>
            </a:pPr>
            <a:r>
              <a:rPr lang="en-US" dirty="0"/>
              <a:t>Income levels are lower among younger (18–25) and older (46+) age groups, indicating potentially lower repayment capacity</a:t>
            </a:r>
          </a:p>
        </p:txBody>
      </p:sp>
      <p:pic>
        <p:nvPicPr>
          <p:cNvPr id="3" name="Picture 2">
            <a:extLst>
              <a:ext uri="{FF2B5EF4-FFF2-40B4-BE49-F238E27FC236}">
                <a16:creationId xmlns:a16="http://schemas.microsoft.com/office/drawing/2014/main" id="{44B54E03-770E-999E-7B3B-85FDC4F9F6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4404" y="1218107"/>
            <a:ext cx="6954220" cy="4677428"/>
          </a:xfrm>
          <a:prstGeom prst="rect">
            <a:avLst/>
          </a:prstGeom>
        </p:spPr>
      </p:pic>
    </p:spTree>
    <p:extLst>
      <p:ext uri="{BB962C8B-B14F-4D97-AF65-F5344CB8AC3E}">
        <p14:creationId xmlns:p14="http://schemas.microsoft.com/office/powerpoint/2010/main" val="1810859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76209-5F3E-C459-34ED-CCF6D648AF60}"/>
              </a:ext>
            </a:extLst>
          </p:cNvPr>
          <p:cNvSpPr>
            <a:spLocks noGrp="1"/>
          </p:cNvSpPr>
          <p:nvPr>
            <p:ph type="title"/>
          </p:nvPr>
        </p:nvSpPr>
        <p:spPr>
          <a:xfrm>
            <a:off x="432619" y="833121"/>
            <a:ext cx="4352106" cy="1406171"/>
          </a:xfrm>
        </p:spPr>
        <p:txBody>
          <a:bodyPr/>
          <a:lstStyle/>
          <a:p>
            <a:r>
              <a:rPr lang="en-US" b="1" dirty="0"/>
              <a:t>Product Performances </a:t>
            </a:r>
          </a:p>
        </p:txBody>
      </p:sp>
      <p:sp>
        <p:nvSpPr>
          <p:cNvPr id="6" name="Text Placeholder 5">
            <a:extLst>
              <a:ext uri="{FF2B5EF4-FFF2-40B4-BE49-F238E27FC236}">
                <a16:creationId xmlns:a16="http://schemas.microsoft.com/office/drawing/2014/main" id="{742DF6CE-1FD5-27EB-E783-4E9BECBC6ED3}"/>
              </a:ext>
            </a:extLst>
          </p:cNvPr>
          <p:cNvSpPr>
            <a:spLocks noGrp="1"/>
          </p:cNvSpPr>
          <p:nvPr>
            <p:ph type="body" sz="half" idx="2"/>
          </p:nvPr>
        </p:nvSpPr>
        <p:spPr>
          <a:xfrm>
            <a:off x="353961" y="2556387"/>
            <a:ext cx="5309419" cy="3873909"/>
          </a:xfrm>
        </p:spPr>
        <p:txBody>
          <a:bodyPr>
            <a:noAutofit/>
          </a:bodyPr>
          <a:lstStyle/>
          <a:p>
            <a:r>
              <a:rPr lang="en-US" sz="1600" dirty="0"/>
              <a:t>This table shows the number of loans issued by product (phone model). It highlights which device models are most frequently financed within the credit portfolio.</a:t>
            </a:r>
          </a:p>
          <a:p>
            <a:pPr marL="742950" lvl="1" indent="-285750">
              <a:buFont typeface="Wingdings" panose="05000000000000000000" pitchFamily="2" charset="2"/>
              <a:buChar char="Ø"/>
            </a:pPr>
            <a:r>
              <a:rPr lang="en-US" sz="1400" dirty="0"/>
              <a:t>High-end Samsung models (Note and Galaxy S series) account for the largest share of loans, indicating strong demand for premium devices on credit.</a:t>
            </a:r>
          </a:p>
          <a:p>
            <a:pPr marL="742950" lvl="1" indent="-285750">
              <a:buFont typeface="Wingdings" panose="05000000000000000000" pitchFamily="2" charset="2"/>
              <a:buChar char="Ø"/>
            </a:pPr>
            <a:r>
              <a:rPr lang="en-US" sz="1400" dirty="0"/>
              <a:t>A small number of products contribute a disproportionate share of total loans, suggesting portfolio concentration risk.</a:t>
            </a:r>
          </a:p>
          <a:p>
            <a:pPr marL="742950" lvl="1" indent="-285750">
              <a:buFont typeface="Wingdings" panose="05000000000000000000" pitchFamily="2" charset="2"/>
              <a:buChar char="Ø"/>
            </a:pPr>
            <a:r>
              <a:rPr lang="en-US" sz="1400" dirty="0"/>
              <a:t>Credit performance and default rates should be closely monitored for these top-financed models, as issues in these products would have the </a:t>
            </a:r>
            <a:r>
              <a:rPr lang="en-US" sz="1400" b="1" dirty="0"/>
              <a:t>largest impact on portfolio health</a:t>
            </a:r>
            <a:r>
              <a:rPr lang="en-US" sz="1400" dirty="0"/>
              <a:t>.</a:t>
            </a:r>
          </a:p>
        </p:txBody>
      </p:sp>
      <p:pic>
        <p:nvPicPr>
          <p:cNvPr id="5" name="Content Placeholder 4">
            <a:extLst>
              <a:ext uri="{FF2B5EF4-FFF2-40B4-BE49-F238E27FC236}">
                <a16:creationId xmlns:a16="http://schemas.microsoft.com/office/drawing/2014/main" id="{8717EB43-6330-1319-F718-1371498BF9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48286" y="1445342"/>
            <a:ext cx="5195888" cy="3697087"/>
          </a:xfrm>
        </p:spPr>
      </p:pic>
    </p:spTree>
    <p:extLst>
      <p:ext uri="{BB962C8B-B14F-4D97-AF65-F5344CB8AC3E}">
        <p14:creationId xmlns:p14="http://schemas.microsoft.com/office/powerpoint/2010/main" val="1755891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64487-FEDA-5C3F-6DFF-D9BF8B6E2F80}"/>
              </a:ext>
            </a:extLst>
          </p:cNvPr>
          <p:cNvSpPr>
            <a:spLocks noGrp="1"/>
          </p:cNvSpPr>
          <p:nvPr>
            <p:ph type="title"/>
          </p:nvPr>
        </p:nvSpPr>
        <p:spPr>
          <a:xfrm>
            <a:off x="645130" y="0"/>
            <a:ext cx="9404723" cy="1400530"/>
          </a:xfrm>
        </p:spPr>
        <p:txBody>
          <a:bodyPr/>
          <a:lstStyle/>
          <a:p>
            <a:r>
              <a:rPr lang="en-US" dirty="0"/>
              <a:t>Key Findings</a:t>
            </a:r>
          </a:p>
        </p:txBody>
      </p:sp>
      <p:sp>
        <p:nvSpPr>
          <p:cNvPr id="3" name="Content Placeholder 2">
            <a:extLst>
              <a:ext uri="{FF2B5EF4-FFF2-40B4-BE49-F238E27FC236}">
                <a16:creationId xmlns:a16="http://schemas.microsoft.com/office/drawing/2014/main" id="{B63008DE-01AE-5D0D-F209-BA7FB4BAD9F6}"/>
              </a:ext>
            </a:extLst>
          </p:cNvPr>
          <p:cNvSpPr>
            <a:spLocks noGrp="1"/>
          </p:cNvSpPr>
          <p:nvPr>
            <p:ph idx="1"/>
          </p:nvPr>
        </p:nvSpPr>
        <p:spPr>
          <a:xfrm>
            <a:off x="955828" y="1158183"/>
            <a:ext cx="10105462" cy="5301611"/>
          </a:xfrm>
        </p:spPr>
        <p:txBody>
          <a:bodyPr>
            <a:normAutofit/>
          </a:bodyPr>
          <a:lstStyle/>
          <a:p>
            <a:pPr marL="0" indent="0">
              <a:buNone/>
            </a:pPr>
            <a:endParaRPr lang="en-US" dirty="0"/>
          </a:p>
          <a:p>
            <a:r>
              <a:rPr lang="en-US" sz="1700" b="1" dirty="0"/>
              <a:t>Material collection gap</a:t>
            </a:r>
            <a:r>
              <a:rPr lang="en-US" sz="1700" dirty="0"/>
              <a:t>: With ~</a:t>
            </a:r>
            <a:r>
              <a:rPr lang="en-US" sz="1700" b="1" dirty="0"/>
              <a:t>2bn </a:t>
            </a:r>
            <a:r>
              <a:rPr lang="en-US" sz="1700" dirty="0"/>
              <a:t>total balance and ~</a:t>
            </a:r>
            <a:r>
              <a:rPr lang="en-US" sz="1700" b="1" dirty="0"/>
              <a:t>1bn</a:t>
            </a:r>
            <a:r>
              <a:rPr lang="en-US" sz="1700" dirty="0"/>
              <a:t> in arrears, the</a:t>
            </a:r>
            <a:r>
              <a:rPr lang="en-US" sz="1700" b="1" dirty="0"/>
              <a:t> 7M </a:t>
            </a:r>
            <a:r>
              <a:rPr lang="en-US" sz="1700" dirty="0"/>
              <a:t>collection gap indicates a significant shortfall between expected and actual payments, confirming growing repayment risk.</a:t>
            </a:r>
          </a:p>
          <a:p>
            <a:r>
              <a:rPr lang="en-US" sz="1700" b="1" dirty="0"/>
              <a:t>Worsening late-year performance: </a:t>
            </a:r>
            <a:r>
              <a:rPr lang="en-US" sz="1700" dirty="0"/>
              <a:t>Expected payments continue rising, but actual payments decline sharply toward year-end, driving arrears and increasing the collection gap.</a:t>
            </a:r>
          </a:p>
          <a:p>
            <a:r>
              <a:rPr lang="en-US" sz="1700" b="1" dirty="0"/>
              <a:t>Delinquency concentration: </a:t>
            </a:r>
            <a:r>
              <a:rPr lang="en-US" sz="1700" dirty="0"/>
              <a:t>A small number of loans account for extremely high Days Past Due, suggesting concentration risk and the need for targeted recovery actions.</a:t>
            </a:r>
          </a:p>
          <a:p>
            <a:r>
              <a:rPr lang="en-US" sz="1700" b="1" dirty="0"/>
              <a:t>Core risk segments identified</a:t>
            </a:r>
            <a:r>
              <a:rPr lang="en-US" sz="1700" dirty="0"/>
              <a:t>: Customers aged </a:t>
            </a:r>
            <a:r>
              <a:rPr lang="en-US" sz="1700" b="1" dirty="0"/>
              <a:t>26–45 </a:t>
            </a:r>
            <a:r>
              <a:rPr lang="en-US" sz="1700" dirty="0"/>
              <a:t>dominate income and loan uptake, meaning deterioration in this would materially impact the portfolio.</a:t>
            </a:r>
          </a:p>
          <a:p>
            <a:r>
              <a:rPr lang="en-US" sz="1700" b="1" dirty="0"/>
              <a:t>Credit check coverage </a:t>
            </a:r>
            <a:r>
              <a:rPr lang="en-US" sz="1700" dirty="0"/>
              <a:t>is high: Most customers underwent credit checks, indicating that post-disbursement behavior, not underwriting coverage, is the primary driver of arrears.</a:t>
            </a:r>
          </a:p>
          <a:p>
            <a:r>
              <a:rPr lang="en-US" sz="1700" b="1" dirty="0"/>
              <a:t>Rising outstanding balances: </a:t>
            </a:r>
            <a:r>
              <a:rPr lang="en-US" sz="1700" dirty="0"/>
              <a:t>Closing balances grow steadily over time, increasing exposure if collection effectiveness does not improve.</a:t>
            </a:r>
            <a:endParaRPr lang="en-US" dirty="0"/>
          </a:p>
          <a:p>
            <a:pPr>
              <a:buFont typeface="Wingdings" panose="05000000000000000000" pitchFamily="2" charset="2"/>
              <a:buChar char="Ø"/>
            </a:pPr>
            <a:endParaRPr lang="en-US" dirty="0"/>
          </a:p>
          <a:p>
            <a:endParaRPr lang="en-US" dirty="0"/>
          </a:p>
          <a:p>
            <a:endParaRPr lang="en-US" dirty="0"/>
          </a:p>
        </p:txBody>
      </p:sp>
    </p:spTree>
    <p:extLst>
      <p:ext uri="{BB962C8B-B14F-4D97-AF65-F5344CB8AC3E}">
        <p14:creationId xmlns:p14="http://schemas.microsoft.com/office/powerpoint/2010/main" val="4214411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833F7-4FD8-3B08-8BC7-3A91597C681F}"/>
              </a:ext>
            </a:extLst>
          </p:cNvPr>
          <p:cNvSpPr>
            <a:spLocks noGrp="1"/>
          </p:cNvSpPr>
          <p:nvPr>
            <p:ph type="title"/>
          </p:nvPr>
        </p:nvSpPr>
        <p:spPr/>
        <p:txBody>
          <a:bodyPr/>
          <a:lstStyle/>
          <a:p>
            <a:r>
              <a:rPr lang="en-US" dirty="0"/>
              <a:t>Actionable Recommendations</a:t>
            </a:r>
          </a:p>
        </p:txBody>
      </p:sp>
      <p:sp>
        <p:nvSpPr>
          <p:cNvPr id="3" name="Content Placeholder 2">
            <a:extLst>
              <a:ext uri="{FF2B5EF4-FFF2-40B4-BE49-F238E27FC236}">
                <a16:creationId xmlns:a16="http://schemas.microsoft.com/office/drawing/2014/main" id="{18BA3263-45A8-0A39-5D33-ED1F53695F35}"/>
              </a:ext>
            </a:extLst>
          </p:cNvPr>
          <p:cNvSpPr>
            <a:spLocks noGrp="1"/>
          </p:cNvSpPr>
          <p:nvPr>
            <p:ph idx="1"/>
          </p:nvPr>
        </p:nvSpPr>
        <p:spPr/>
        <p:txBody>
          <a:bodyPr/>
          <a:lstStyle/>
          <a:p>
            <a:pPr marL="0" indent="0">
              <a:buNone/>
            </a:pPr>
            <a:r>
              <a:rPr lang="en-US" dirty="0"/>
              <a:t>- Collections underperform expectations</a:t>
            </a:r>
          </a:p>
          <a:p>
            <a:pPr marL="0" indent="0">
              <a:buNone/>
            </a:pPr>
            <a:r>
              <a:rPr lang="en-US" dirty="0"/>
              <a:t>- Arrears and balances increasing</a:t>
            </a:r>
          </a:p>
          <a:p>
            <a:pPr marL="0" indent="0">
              <a:buNone/>
            </a:pPr>
            <a:r>
              <a:rPr lang="en-US" dirty="0"/>
              <a:t>- Strengthen collections and credit policies</a:t>
            </a:r>
          </a:p>
          <a:p>
            <a:pPr marL="0" indent="0">
              <a:buNone/>
            </a:pPr>
            <a:r>
              <a:rPr lang="en-US" dirty="0"/>
              <a:t>- Improve customer experience</a:t>
            </a:r>
          </a:p>
          <a:p>
            <a:pPr marL="0" indent="0">
              <a:buNone/>
            </a:pPr>
            <a:endParaRPr lang="en-US" dirty="0"/>
          </a:p>
        </p:txBody>
      </p:sp>
    </p:spTree>
    <p:extLst>
      <p:ext uri="{BB962C8B-B14F-4D97-AF65-F5344CB8AC3E}">
        <p14:creationId xmlns:p14="http://schemas.microsoft.com/office/powerpoint/2010/main" val="6898460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951</TotalTime>
  <Words>697</Words>
  <Application>Microsoft Office PowerPoint</Application>
  <PresentationFormat>Widescreen</PresentationFormat>
  <Paragraphs>57</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Calibra </vt:lpstr>
      <vt:lpstr>Century Gothic</vt:lpstr>
      <vt:lpstr>Segoe UI Semibold</vt:lpstr>
      <vt:lpstr>Wingdings</vt:lpstr>
      <vt:lpstr>Wingdings 3</vt:lpstr>
      <vt:lpstr>Ion</vt:lpstr>
      <vt:lpstr>Credit Data Analysis  – Mophones Assessment</vt:lpstr>
      <vt:lpstr>Assessment Objective</vt:lpstr>
      <vt:lpstr>Data Structure and Tables </vt:lpstr>
      <vt:lpstr>Data Preparation $ Cleaning </vt:lpstr>
      <vt:lpstr>Expected vs Actual Payments Trend</vt:lpstr>
      <vt:lpstr>Average income per Age Group </vt:lpstr>
      <vt:lpstr>Product Performances </vt:lpstr>
      <vt:lpstr>Key Findings</vt:lpstr>
      <vt:lpstr>Actionable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Sharon Ndubai</dc:creator>
  <cp:lastModifiedBy>Sharon Ndubai</cp:lastModifiedBy>
  <cp:revision>3</cp:revision>
  <dcterms:created xsi:type="dcterms:W3CDTF">2025-07-01T06:36:48Z</dcterms:created>
  <dcterms:modified xsi:type="dcterms:W3CDTF">2026-01-17T07:09:27Z</dcterms:modified>
</cp:coreProperties>
</file>